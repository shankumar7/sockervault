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SocketVault: Secure File Transfer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Networks Lab Project</a:t>
            </a:r>
          </a:p>
          <a:p/>
          <a:p>
            <a:r>
              <a:t>Developed in C using POSIX Sockets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build a custom File Transfer System?</a:t>
            </a:r>
          </a:p>
          <a:p>
            <a:pPr lvl="1"/>
            <a:r>
              <a:t>Understand the core mechanics of reliable data transmission over IP networks.</a:t>
            </a:r>
          </a:p>
          <a:p>
            <a:pPr lvl="1"/>
            <a:r>
              <a:t>Implement Raw TCP/IP Socket programming in C from scratch.</a:t>
            </a:r>
          </a:p>
          <a:p>
            <a:pPr lvl="1"/>
            <a:r>
              <a:t>Build a hybrid architecture where a C server simultaneously handles raw TCP packets and serves an HTTP REST API for a modern 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Core Networking: C Language, POSIX Sockets (&lt;sys/socket.h&gt;)</a:t>
            </a:r>
          </a:p>
          <a:p>
            <a:r>
              <a:t>Concurrency: pthread (Multithreading)</a:t>
            </a:r>
          </a:p>
          <a:p>
            <a:r>
              <a:t>Protocols: TCP (Transmission Control Protocol), HTTP/1.1</a:t>
            </a:r>
          </a:p>
          <a:p>
            <a:r>
              <a:t>Frontend UI: React.js, Vite, Custom CSS (Glassmorphism)</a:t>
            </a:r>
          </a:p>
          <a:p>
            <a:r>
              <a:t>Storage: Direct POSIX File I/O streaming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Thread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 single C executable spawns multiple threads to handle different protocols:</a:t>
            </a:r>
          </a:p>
          <a:p>
            <a:pPr lvl="1"/>
            <a:r>
              <a:t>Thread 1 (TCP): Listens on port 9000</a:t>
            </a:r>
          </a:p>
          <a:p>
            <a:pPr lvl="2"/>
            <a:r>
              <a:t>Handles raw binary file uploads/downloads via custom C client.</a:t>
            </a:r>
          </a:p>
          <a:p>
            <a:pPr lvl="1"/>
            <a:r>
              <a:t>Thread 2 (HTTP): Listens on port 8000</a:t>
            </a:r>
          </a:p>
          <a:p>
            <a:pPr lvl="2"/>
            <a:r>
              <a:t>Parses HTTP headers to serve data to the Web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TCP Socket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Connection Setup: Three-way handshake handled by bind(), listen(), and accept().</a:t>
            </a:r>
          </a:p>
          <a:p>
            <a:r>
              <a:t>Chunking: Files are transferred in 64 KB chunks to prevent RAM overflow.</a:t>
            </a:r>
          </a:p>
          <a:p>
            <a:r>
              <a:t>Reliability: TCP ensures packets arrive in order and retransmits lost packets automatically.</a:t>
            </a:r>
          </a:p>
          <a:p>
            <a:r>
              <a:t>Concurrency: pthread_create() ensures multiple clients can connect simultaneously.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an HTTP Server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Implemented raw header parsing in C (extracting Content-Length, X-Filename).</a:t>
            </a:r>
          </a:p>
          <a:p>
            <a:r>
              <a:t>Supports GET /api/files by scanning the storage directory using readdir().</a:t>
            </a:r>
          </a:p>
          <a:p>
            <a:r>
              <a:t>Handles CORS (OPTIONS requests) manually for browser security.</a:t>
            </a:r>
          </a:p>
          <a:p>
            <a:r>
              <a:t>Streams binary files back to the React UI via HTTP attachments.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Challenge: Transferring large files caused memory crashes.</a:t>
            </a:r>
          </a:p>
          <a:p>
            <a:pPr lvl="1"/>
            <a:r>
              <a:t>Solution: Implemented byte-stream chunking. The server reads/writes in small 64KB buffers.</a:t>
            </a:r>
          </a:p>
          <a:p>
            <a:r>
              <a:t>Challenge: Serving a React frontend without a standard backend (Node/Python).</a:t>
            </a:r>
          </a:p>
          <a:p>
            <a:pPr lvl="1"/>
            <a:r>
              <a:t>Solution: Coded a lightweight, threaded HTTP parser directly into the C TCP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Successfully demonstrated the transport layer (TCP) vs the application layer (HTTP) in a single unified C project.</a:t>
            </a:r>
          </a:p>
          <a:p>
            <a:r>
              <a:t>Proved that modern user interfaces can be driven entirely by raw, low-level C networking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