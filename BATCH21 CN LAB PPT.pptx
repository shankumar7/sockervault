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Secure File Transfer Systems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SocketVault: Secure File Transfer System Using TCP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is one of the most fundamental operations in computer networking.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Traditionally handled by FTP, SFTP and SCP, all built on top of TCP.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opaque black boxes that hide the mechanics of socket programming.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is built from the ground up in C using raw POSIX TCP sockets, showing every layer of the transfer explicitly.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bridges theory and practice: a raw TCP transfer engine plus a modern web dashboard for real-time file management.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0" y="1188720"/>
            <a:ext cx="2743200" cy="3108960"/>
          </a:xfrm>
          <a:prstGeom prst="roundRect">
            <a:avLst>
              <a:gd name="adj" fmla="val 2667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17320"/>
            <a:ext cx="822960" cy="822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1264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27889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TCP sockets work is fundamental to understanding the Internet itself.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File Transfer Systems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characteristics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C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Oldest standard. Two TCP connections (control + data). No native encryption.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FTP over SSH. Secure but complex key management.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fast, SSH-based. Command-line only, no UI.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HTTP/HTTPS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 web apps. Hides TCP entirely behind high-level libraries.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Dropbox / Drive / OneDrive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tools on massive infrastructure. No visibility into the networking layer.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are either too high-level (hiding the socket layer) or too complex to set up for a lab environment.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Approaches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and SFTP don't expose bind(), listen(), accept() and send() in action.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71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3192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need OpenSSL, third-party libraries or system daemons.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20840" y="1371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educational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217920" y="1874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and optimized; unsuitable for learning TCP at byte level.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54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protocol control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define your own message framing, chunking or handshake.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1546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93192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UI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342900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tools lack a visual interface to demonstrate results in a viva.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1546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20840" y="31546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lock-in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621792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specific OS setups or require root privileges.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SocketVault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custom-built, dual-protocol server written entirely in C.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TCP file transfer engine on Port 9000 for authentic socket-level communication.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HTTP/1.1 API server on Port 8000, built from scratch with C sockets, powering a React Web Dashboard.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libraries: only &lt;sys/socket.h&gt;, &lt;arpa/inet.h&gt;, &lt;pthread.h&gt;, &lt;dirent.h&gt;.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move in 64 KB binary chunks directly between sockets, showing stream-based TCP behavior.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TCP socket programming observable, interactive and demonstrable.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208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9000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TCP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engine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3504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089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208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 API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21792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React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SocketVault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1792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TCP Sockets in C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1214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socket(), bind(), listen(), accept(), send(), recv().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44775" y="11887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67" y="13533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09367" y="1792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Multi-threaded Server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2709367" y="21214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pthread_create() handles simultaneous clients without blocking.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32350" y="11887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942" y="135331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96942" y="1792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File Streaming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796942" y="21214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type in 64 KB blocks for memory efficiency.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719926" y="118872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4518" y="135331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84518" y="1792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HTTP API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884518" y="212140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HTTP/1.1 parser: GET, POST, DELETE, OPTIONS (CORS).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13639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21792" y="35753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Dashboard</a:t>
            </a:r>
            <a:endParaRPr lang="en-US" sz="1250" dirty="0"/>
          </a:p>
        </p:txBody>
      </p:sp>
      <p:sp>
        <p:nvSpPr>
          <p:cNvPr id="24" name="Text 17"/>
          <p:cNvSpPr txBox="1"/>
          <p:nvPr/>
        </p:nvSpPr>
        <p:spPr>
          <a:xfrm>
            <a:off x="621792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Vite, glassmorphism UI for upload, download and management.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3136392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10712" y="35753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Traversal Protection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3410712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Filenames sanitized with strrchr() to block directory traversal.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035040" y="297180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3136392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199632" y="35753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6199632" y="3904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gcc command. No CMake, no package managers.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TCP 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23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50876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7C6CF2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5087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server.c + http_api.c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3566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storage/uploads/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directory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00200"/>
            <a:ext cx="1645920" cy="274320"/>
          </a:xfrm>
          <a:prstGeom prst="line">
            <a:avLst/>
          </a:prstGeom>
          <a:noFill/>
          <a:ln w="2222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2194560" y="2788920"/>
            <a:ext cx="1645920" cy="-365760"/>
          </a:xfrm>
          <a:prstGeom prst="line">
            <a:avLst/>
          </a:prstGeom>
          <a:noFill/>
          <a:ln w="2222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54880" y="2880360"/>
            <a:ext cx="0" cy="685800"/>
          </a:xfrm>
          <a:prstGeom prst="line">
            <a:avLst/>
          </a:prstGeom>
          <a:noFill/>
          <a:ln w="2222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240280" y="12801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:9000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2194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:8000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298448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 boots two listeners at startup.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server.c: pthread_create() spins a thread per TCP client.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http_api.c: dedicated background pthread parsing raw HTTP.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read/write the same ./storage/uploads/ directory.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talks only HTTP (8000); TCP (9000) is reached via the C client.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Component Breakdown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17320"/>
                <a:gridCol w="11430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C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C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File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server.c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Accepts raw TCP connections, spawns threads, saves uploads to disk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API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http_api.c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Parses HTTP, lists files, handles browser uploads/downloads, sends CORS headers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TCP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client.c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 port 9000, streams files with send()/recv()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App.jsx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/ 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button, file list and download buttons via HTTP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5B4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storage/uploads/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directory read by both the TCP server and the HTTP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B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Flow (TCP Path and HTTP Path)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upload (1/2)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37160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starts: gcc -o client client.c, then ./client 127.0.0.1 U myfile.pdf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83080" y="1883664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02996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202996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 creates the TCP socket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2542032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688336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2688336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 to IP:9000; 3-way handshake completes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83080" y="3200400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346704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3346704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1-byte command (U) + 255-byte filename buffer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83080" y="3858768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00507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400507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fread() loop reads 64 KB chunk, send() pushes it over the socket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upload (2/2)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1371600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19272" y="137160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accept() unblocks; pthread_create() spawns handler thread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883664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46120" y="202996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19272" y="202996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recv() loop; fwrite() each chunk to ./storage/uploads/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542032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246120" y="2688336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19272" y="2688336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EOF: client calls close() on the socket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200400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246120" y="3346704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19272" y="3346704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recv() returns 0; server closes file, thread exits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3858768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246120" y="400507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51B3D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19272" y="400507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 in storage; Dashboard shows it on next Refresh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10515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upload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1371600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B2350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08192" y="137160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Upload File; browser reads file as binary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60920" y="1883664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035040" y="202996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B2350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08192" y="2029968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sends POST /api/upload with X-Filename header + binary body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60920" y="2542032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035040" y="2688336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B2350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08192" y="2688336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recv() reads headers; extracts Content-Length and X-Filename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60920" y="3200400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035040" y="3346704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B2350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08192" y="3346704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opens path; streams body bytes into file with fwrite()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60920" y="3858768"/>
            <a:ext cx="0" cy="146304"/>
          </a:xfrm>
          <a:prstGeom prst="line">
            <a:avLst/>
          </a:prstGeom>
          <a:noFill/>
          <a:ln w="19050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035040" y="4005072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1B2350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08192" y="4005072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200 OK JSON; React refreshes file list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Demonstration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files of varying sizes (text 37 Bytes, DOCX 25.46 KB) via raw C TCP sockets.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handles multiple simultaneous clients using POSIX threads.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all uploaded files with real sizes in real time.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works via the C client (D command) and the browser's Download button.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compiles in one command: gcc -o server server.c http_api.c -lpthread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1188720"/>
            <a:ext cx="3794760" cy="3017520"/>
          </a:xfrm>
          <a:prstGeom prst="roundRect">
            <a:avLst>
              <a:gd name="adj" fmla="val 3030"/>
            </a:avLst>
          </a:prstGeom>
          <a:solidFill>
            <a:srgbClr val="0F1533"/>
          </a:solidFill>
          <a:ln w="15875">
            <a:solidFill>
              <a:srgbClr val="7C6C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280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Dashboard (illustrative mockup)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1691640"/>
            <a:ext cx="3520440" cy="640080"/>
          </a:xfrm>
          <a:prstGeom prst="roundRect">
            <a:avLst>
              <a:gd name="adj" fmla="val 8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38928" y="1764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notes.txt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138928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5F4A"/>
          </a:solidFill>
          <a:ln w="12700">
            <a:solidFill>
              <a:srgbClr val="1E5F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TCP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132320" y="187452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7C6CF2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09560" y="1874520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7A2E4A"/>
          </a:solidFill>
          <a:ln w="12700">
            <a:solidFill>
              <a:srgbClr val="7A2E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956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2468880"/>
            <a:ext cx="3520440" cy="640080"/>
          </a:xfrm>
          <a:prstGeom prst="roundRect">
            <a:avLst>
              <a:gd name="adj" fmla="val 8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38928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report.docx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38928" y="2816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25.46 KB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65176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E5F4A"/>
          </a:solidFill>
          <a:ln w="12700">
            <a:solidFill>
              <a:srgbClr val="1E5F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3640" y="2651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TCP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32320" y="265176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7C6CF2"/>
          </a:solidFill>
          <a:ln w="12700">
            <a:solidFill>
              <a:srgbClr val="7C6C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2651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09560" y="2651760"/>
            <a:ext cx="548640" cy="274320"/>
          </a:xfrm>
          <a:prstGeom prst="roundRect">
            <a:avLst>
              <a:gd name="adj" fmla="val 20000"/>
            </a:avLst>
          </a:prstGeom>
          <a:solidFill>
            <a:srgbClr val="7A2E4A"/>
          </a:solidFill>
          <a:ln w="12700">
            <a:solidFill>
              <a:srgbClr val="7A2E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0956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real dashboard screenshot before presenting.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343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ran locally on macOS; deployable to Render (C backend) and Vercel (React frontend) on free tiers.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 |  Computer Networks Lab  |  A467502  |  B21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3C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SocketVault demonstrates the full lifecycle of a TCP file transfer, from the kernel socket layer to the web dashboard, with no external networking library.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(TCP) and Application (HTTP) layers run side by side in one C executable using POSIX threads.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gain hands-on exposure to raw sockets, threads and HTTP header parsing.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SHA-256 checksums (OpenSSL) for integrity, TLS encryption, user authentication.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1280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572768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socket()  bind()  listen()  accept()  connect()  send()  recv()  pthread_create()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292608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151B3D"/>
          </a:solidFill>
          <a:ln w="9525">
            <a:solidFill>
              <a:srgbClr val="2E38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source: github.com/shankumar7/SockerVault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3840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SocketVault: Secure File Transfer System Using TCP</dc:title>
  <dc:subject>PptxGenJS Presentation</dc:subject>
  <dc:creator>PptxGenJS</dc:creator>
  <cp:lastModifiedBy>PptxGenJS</cp:lastModifiedBy>
  <cp:revision>1</cp:revision>
  <dcterms:created xsi:type="dcterms:W3CDTF">2026-09-29T04:07:07Z</dcterms:created>
  <dcterms:modified xsi:type="dcterms:W3CDTF">2026-09-29T04:07:07Z</dcterms:modified>
</cp:coreProperties>
</file>